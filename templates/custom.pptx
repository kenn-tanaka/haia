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01" d="100"/>
          <a:sy n="101" d="100"/>
        </p:scale>
        <p:origin x="1350" y="31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Hello,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Some content on the left.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46</Words>
  <Application>Microsoft Office PowerPoint</Application>
  <PresentationFormat>画面に合わせる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メイリオ</vt:lpstr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健一郎 田中</cp:lastModifiedBy>
  <cp:revision>6</cp:revision>
  <dcterms:created xsi:type="dcterms:W3CDTF">2017-06-05T14:10:58Z</dcterms:created>
  <dcterms:modified xsi:type="dcterms:W3CDTF">2025-12-25T14:52:54Z</dcterms:modified>
</cp:coreProperties>
</file>